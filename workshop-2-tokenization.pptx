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71" r:id="rId14"/>
    <p:sldId id="273" r:id="rId15"/>
    <p:sldId id="272" r:id="rId16"/>
    <p:sldId id="274" r:id="rId17"/>
    <p:sldId id="281" r:id="rId18"/>
    <p:sldId id="276" r:id="rId19"/>
    <p:sldId id="278" r:id="rId20"/>
    <p:sldId id="279" r:id="rId21"/>
    <p:sldId id="280" r:id="rId22"/>
    <p:sldId id="282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04"/>
  </p:normalViewPr>
  <p:slideViewPr>
    <p:cSldViewPr snapToGrid="0">
      <p:cViewPr>
        <p:scale>
          <a:sx n="150" d="100"/>
          <a:sy n="150" d="100"/>
        </p:scale>
        <p:origin x="896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8.xml"/><Relationship Id="rId7" Type="http://schemas.openxmlformats.org/officeDocument/2006/relationships/slide" Target="slide2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.xml"/><Relationship Id="rId11" Type="http://schemas.openxmlformats.org/officeDocument/2006/relationships/slide" Target="slide31.xml"/><Relationship Id="rId5" Type="http://schemas.openxmlformats.org/officeDocument/2006/relationships/slide" Target="slide16.xml"/><Relationship Id="rId10" Type="http://schemas.openxmlformats.org/officeDocument/2006/relationships/slide" Target="slide29.xml"/><Relationship Id="rId4" Type="http://schemas.openxmlformats.org/officeDocument/2006/relationships/slide" Target="slide13.xml"/><Relationship Id="rId9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6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7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8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9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10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1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11230-7230-7C91-E8BF-7E5BC0CA21E6}"/>
              </a:ext>
            </a:extLst>
          </p:cNvPr>
          <p:cNvSpPr/>
          <p:nvPr/>
        </p:nvSpPr>
        <p:spPr>
          <a:xfrm>
            <a:off x="8729239" y="2661554"/>
            <a:ext cx="3047894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Lookup: each row is an embedding vector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“fox” -&gt; ID=2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-&gt; [1.2753   -0.2010   -0.1606]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7AD2B-ACD2-A4CB-8290-131177500787}"/>
              </a:ext>
            </a:extLst>
          </p:cNvPr>
          <p:cNvSpPr/>
          <p:nvPr/>
        </p:nvSpPr>
        <p:spPr>
          <a:xfrm>
            <a:off x="8729239" y="4794842"/>
            <a:ext cx="3186897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row of this tensor is the embedding of each token in the input “fox jumps over dog”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(token ID [2, 3, 5, 1]) in order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2E9C30-C8AD-A09F-7BE2-43879819F400}"/>
              </a:ext>
            </a:extLst>
          </p:cNvPr>
          <p:cNvSpPr/>
          <p:nvPr/>
        </p:nvSpPr>
        <p:spPr>
          <a:xfrm>
            <a:off x="6491468" y="2768729"/>
            <a:ext cx="221849" cy="132054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0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4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8B853-CD35-55AE-0F6F-998BE1EC9E29}"/>
              </a:ext>
            </a:extLst>
          </p:cNvPr>
          <p:cNvSpPr/>
          <p:nvPr/>
        </p:nvSpPr>
        <p:spPr>
          <a:xfrm>
            <a:off x="6491467" y="4876866"/>
            <a:ext cx="221849" cy="89523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  <a:p>
            <a:pPr lvl="1"/>
            <a:r>
              <a:rPr lang="en-US" dirty="0"/>
              <a:t>This is why our final input embedding is the sum of two neural embedding layers.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3215</TotalTime>
  <Words>1795</Words>
  <Application>Microsoft Macintosh PowerPoint</Application>
  <PresentationFormat>Widescreen</PresentationFormat>
  <Paragraphs>196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5</cp:revision>
  <dcterms:created xsi:type="dcterms:W3CDTF">2026-02-16T00:16:52Z</dcterms:created>
  <dcterms:modified xsi:type="dcterms:W3CDTF">2026-02-18T05:51:57Z</dcterms:modified>
</cp:coreProperties>
</file>